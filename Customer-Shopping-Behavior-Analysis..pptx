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095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571875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4603671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Purchase Records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094089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Transactional data analyzed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407093" y="3571875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4603671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 Fields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07093" y="5094089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and purchase details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20395" y="3571875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4603671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20395" y="5094089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ratings imputed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040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Key Data Features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479840"/>
            <a:ext cx="214955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Customer Demographics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415314"/>
            <a:ext cx="2149554" cy="153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Age, Gender, Location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Status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990767" y="3479840"/>
            <a:ext cx="21495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Purchase Details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990767" y="4060984"/>
            <a:ext cx="2149554" cy="153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Item, Category, Amount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Season, Size, Color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1701343" y="3479840"/>
            <a:ext cx="21495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Behavior Metrics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701343" y="4060984"/>
            <a:ext cx="2149554" cy="153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Discounts, Promo Codes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Frequency, Ratings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910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Revenue by Gender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53326"/>
            <a:ext cx="36364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$157,890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194316" y="47851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Male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275540"/>
            <a:ext cx="36364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Higher revenue generation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713684" y="3753326"/>
            <a:ext cx="36365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$75,191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114330" y="47851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Female Customers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713684" y="5275540"/>
            <a:ext cx="36365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Significant contribution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732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Product Performance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022163"/>
            <a:ext cx="3664744" cy="1685092"/>
          </a:xfrm>
          <a:prstGeom prst="roundRect">
            <a:avLst>
              <a:gd name="adj" fmla="val 565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256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Top Sellers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747016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Blouse, Pants, Jewelry: 171 orders each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3022163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182" y="3256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High Ratings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747016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Gloves: 3.86 avg rating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934069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1685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Discount-Heavy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5658922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Hat: 50% discounted purchases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902863"/>
            <a:ext cx="72774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Shipping &amp; Payment Insights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Shipping Preference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75976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 shipping most common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Payment Method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475976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PayPal primary payment option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61667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Customer Segmentation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79%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Loyal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3,116 repeat buyers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18%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701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2%</a:t>
            </a:r>
            <a:endParaRPr lang="en-US" sz="4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New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 customers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910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Subscription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5332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27%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4785122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Subscribers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275540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1,053 customers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407093" y="375332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$59.49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4785122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Avg Spend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07093" y="5275540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Subscribers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20395" y="375332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$59.87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4785122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Avg Spend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20395" y="5275540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Non-subscribers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31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Age Group Revenue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48953"/>
            <a:ext cx="5678805" cy="283488"/>
          </a:xfrm>
          <a:prstGeom prst="roundRect">
            <a:avLst>
              <a:gd name="adj" fmla="val 3360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790" y="3048953"/>
            <a:ext cx="1362908" cy="283488"/>
          </a:xfrm>
          <a:prstGeom prst="roundRect">
            <a:avLst>
              <a:gd name="adj" fmla="val 33606"/>
            </a:avLst>
          </a:prstGeom>
          <a:solidFill>
            <a:srgbClr val="5A6ED8"/>
          </a:solidFill>
          <a:ln/>
        </p:spPr>
      </p:sp>
      <p:sp>
        <p:nvSpPr>
          <p:cNvPr id="5" name="Text 3"/>
          <p:cNvSpPr/>
          <p:nvPr/>
        </p:nvSpPr>
        <p:spPr>
          <a:xfrm>
            <a:off x="6642616" y="3048953"/>
            <a:ext cx="53078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24%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Young Adult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106228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$62,143 revenue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56884" y="3048953"/>
            <a:ext cx="5678924" cy="283488"/>
          </a:xfrm>
          <a:prstGeom prst="roundRect">
            <a:avLst>
              <a:gd name="adj" fmla="val 3360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6884" y="3048953"/>
            <a:ext cx="1306116" cy="283488"/>
          </a:xfrm>
          <a:prstGeom prst="roundRect">
            <a:avLst>
              <a:gd name="adj" fmla="val 33606"/>
            </a:avLst>
          </a:prstGeom>
          <a:solidFill>
            <a:srgbClr val="5A6ED8"/>
          </a:solidFill>
          <a:ln/>
        </p:spPr>
      </p:sp>
      <p:sp>
        <p:nvSpPr>
          <p:cNvPr id="10" name="Text 8"/>
          <p:cNvSpPr/>
          <p:nvPr/>
        </p:nvSpPr>
        <p:spPr>
          <a:xfrm>
            <a:off x="13305830" y="3048953"/>
            <a:ext cx="53078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23%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Middle-aged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56884" y="4106228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$59,197 revenue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036106"/>
            <a:ext cx="5678805" cy="283488"/>
          </a:xfrm>
          <a:prstGeom prst="roundRect">
            <a:avLst>
              <a:gd name="adj" fmla="val 3360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3790" y="5036106"/>
            <a:ext cx="1249323" cy="283488"/>
          </a:xfrm>
          <a:prstGeom prst="roundRect">
            <a:avLst>
              <a:gd name="adj" fmla="val 33606"/>
            </a:avLst>
          </a:prstGeom>
          <a:solidFill>
            <a:srgbClr val="5A6ED8"/>
          </a:solidFill>
          <a:ln/>
        </p:spPr>
      </p:sp>
      <p:sp>
        <p:nvSpPr>
          <p:cNvPr id="15" name="Text 13"/>
          <p:cNvSpPr/>
          <p:nvPr/>
        </p:nvSpPr>
        <p:spPr>
          <a:xfrm>
            <a:off x="6642616" y="5036106"/>
            <a:ext cx="53078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22%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3790" y="5602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Adult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3790" y="6093381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$55,978 revenue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56884" y="5036106"/>
            <a:ext cx="5678924" cy="283488"/>
          </a:xfrm>
          <a:prstGeom prst="roundRect">
            <a:avLst>
              <a:gd name="adj" fmla="val 3360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6884" y="5036106"/>
            <a:ext cx="1249323" cy="283488"/>
          </a:xfrm>
          <a:prstGeom prst="roundRect">
            <a:avLst>
              <a:gd name="adj" fmla="val 33606"/>
            </a:avLst>
          </a:prstGeom>
          <a:solidFill>
            <a:srgbClr val="5A6ED8"/>
          </a:solidFill>
          <a:ln/>
        </p:spPr>
      </p:sp>
      <p:sp>
        <p:nvSpPr>
          <p:cNvPr id="20" name="Text 18"/>
          <p:cNvSpPr/>
          <p:nvPr/>
        </p:nvSpPr>
        <p:spPr>
          <a:xfrm>
            <a:off x="13305830" y="5036106"/>
            <a:ext cx="53078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56884" y="5602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Senior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56884" y="6093381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$55,763 revenue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68561"/>
            <a:ext cx="71963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Strategic Recommendations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191750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2634734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exclusive benefits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27838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399561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 repeat buyers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63927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Review Discounts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535650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 sales with margins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6000155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41074" y="6226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Target Marketing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641074" y="6717387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high-revenue groups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2026-03-13T19:06:45Z</dcterms:created>
  <dcterms:modified xsi:type="dcterms:W3CDTF">2026-03-13T19:06:45Z</dcterms:modified>
</cp:coreProperties>
</file>